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4" r:id="rId9"/>
    <p:sldId id="262" r:id="rId10"/>
    <p:sldId id="263" r:id="rId11"/>
    <p:sldId id="265" r:id="rId12"/>
    <p:sldId id="266" r:id="rId13"/>
    <p:sldId id="267" r:id="rId14"/>
    <p:sldId id="261" r:id="rId15"/>
    <p:sldId id="268" r:id="rId16"/>
    <p:sldId id="272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60597-3998-48AE-3872-C3DB18E4C484}" v="25" dt="2026-05-04T00:52:09.875"/>
    <p1510:client id="{72672579-F733-70FD-99D6-E1D22084F33A}" v="11" dt="2026-05-04T03:09:49.733"/>
    <p1510:client id="{C6B8FA31-EFA3-FF42-A5BB-F1C8BC430251}" v="783" dt="2026-05-04T00:49:57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0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5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27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5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73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08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4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9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python-for-loop-for-i-in-range-example/" TargetMode="External"/><Relationship Id="rId2" Type="http://schemas.openxmlformats.org/officeDocument/2006/relationships/hyperlink" Target="https://www.solisplc.com/tutorials/introduction-to-snap7-integration-into-siemens-tia-port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CTF – Flow Override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Group 2: </a:t>
            </a:r>
            <a:endParaRPr lang="en-US"/>
          </a:p>
          <a:p>
            <a:pPr algn="r"/>
            <a:r>
              <a:rPr lang="en-US" sz="2000"/>
              <a:t>Sree </a:t>
            </a:r>
            <a:r>
              <a:rPr lang="en-US" sz="2000" err="1"/>
              <a:t>jignash</a:t>
            </a:r>
            <a:r>
              <a:rPr lang="en-US" sz="2000"/>
              <a:t> </a:t>
            </a:r>
            <a:r>
              <a:rPr lang="en-US" sz="2000" err="1"/>
              <a:t>bonthu</a:t>
            </a:r>
            <a:endParaRPr lang="en-US" sz="2000"/>
          </a:p>
          <a:p>
            <a:pPr algn="r"/>
            <a:r>
              <a:rPr lang="en-US" sz="2000"/>
              <a:t>Son dang</a:t>
            </a:r>
          </a:p>
          <a:p>
            <a:pPr algn="r"/>
            <a:r>
              <a:rPr lang="en-US" sz="2000"/>
              <a:t> </a:t>
            </a:r>
            <a:r>
              <a:rPr lang="en-US" sz="2000" err="1"/>
              <a:t>preeshan</a:t>
            </a:r>
            <a:r>
              <a:rPr lang="en-US" sz="2000"/>
              <a:t> </a:t>
            </a:r>
            <a:r>
              <a:rPr lang="en-US" sz="2000" err="1"/>
              <a:t>kayastha</a:t>
            </a:r>
          </a:p>
          <a:p>
            <a:pPr algn="r"/>
            <a:r>
              <a:rPr lang="en-US" sz="2000" err="1"/>
              <a:t>ujjwal</a:t>
            </a:r>
            <a:r>
              <a:rPr lang="en-US" sz="2000"/>
              <a:t> rana magar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DFBD-F5AC-9982-286F-3E50A5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1132-B990-1030-49E9-92B488301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Flow Override: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 trusted friend gives you full access to his water treatment plant for a security test. The Siemens PLCs use S7comm — Can you break in and disrupt at least three pieces of equipment?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823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90CF-EF3E-03B7-1583-B89B8B53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Used/Attempted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E9B14-3147-06F9-F63D-D00F0428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942214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Tools that provided preliminary data</a:t>
            </a:r>
          </a:p>
          <a:p>
            <a:r>
              <a:rPr lang="en-US"/>
              <a:t>Dig</a:t>
            </a:r>
          </a:p>
          <a:p>
            <a:r>
              <a:rPr lang="en-US"/>
              <a:t>Traceroute</a:t>
            </a:r>
          </a:p>
          <a:p>
            <a:r>
              <a:rPr lang="en-US"/>
              <a:t>Curl</a:t>
            </a:r>
          </a:p>
          <a:p>
            <a:r>
              <a:rPr lang="en-US"/>
              <a:t>Python</a:t>
            </a:r>
          </a:p>
          <a:p>
            <a:r>
              <a:rPr lang="en-US"/>
              <a:t>nmap</a:t>
            </a:r>
          </a:p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9C36DC-AC4B-24B6-D147-9CF357452A88}"/>
              </a:ext>
            </a:extLst>
          </p:cNvPr>
          <p:cNvSpPr txBox="1">
            <a:spLocks/>
          </p:cNvSpPr>
          <p:nvPr/>
        </p:nvSpPr>
        <p:spPr>
          <a:xfrm>
            <a:off x="6099692" y="2599828"/>
            <a:ext cx="4933032" cy="341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Tools attempted but were incompatible for challenge</a:t>
            </a:r>
          </a:p>
          <a:p>
            <a:r>
              <a:rPr lang="en-US" err="1"/>
              <a:t>Nikto</a:t>
            </a:r>
            <a:endParaRPr lang="en-US"/>
          </a:p>
          <a:p>
            <a:r>
              <a:rPr lang="en-US"/>
              <a:t>Metasploit (no S7 libraries)</a:t>
            </a:r>
          </a:p>
          <a:p>
            <a:r>
              <a:rPr lang="en-US"/>
              <a:t>Sn1per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795FF-15C9-56A8-AFDF-89340644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404" y="1824930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Curl gave the server</a:t>
            </a:r>
            <a:r>
              <a:rPr lang="en-US" sz="4600">
                <a:solidFill>
                  <a:srgbClr val="EBEBEB"/>
                </a:solidFill>
              </a:rPr>
              <a:t> type and</a:t>
            </a: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python version.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7554FF2-836E-3DF9-4532-A71F693D4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63" y="1825893"/>
            <a:ext cx="6470907" cy="320309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121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CC3DF159-A62C-40A0-86EB-55F5FCDB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20654-841A-C1F3-3D81-D84062D0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5" y="1128241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Traceroute provided all network hops, below are the last few starting with the </a:t>
            </a:r>
            <a:r>
              <a:rPr lang="en-US" sz="3400" b="0" i="0" kern="120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HackTheBox</a:t>
            </a:r>
            <a:r>
              <a:rPr lang="en-US" sz="3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host</a:t>
            </a:r>
            <a:r>
              <a:rPr lang="en-US" sz="3400">
                <a:solidFill>
                  <a:srgbClr val="EBEBEB"/>
                </a:solidFill>
              </a:rPr>
              <a:t>.</a:t>
            </a:r>
            <a:endParaRPr lang="en-US" sz="34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BC88A6-4217-429B-6F0D-13F45B57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35" y="2713378"/>
            <a:ext cx="11243961" cy="370338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DDC647-9031-4B8C-B212-04560303C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6650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4234-630A-E025-9170-91020F6E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Nikto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E4073F-427E-D23E-67A1-6E50EB38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2" y="2277477"/>
            <a:ext cx="8179469" cy="4288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E54F2-8ACB-99F0-50E6-5113792936D8}"/>
              </a:ext>
            </a:extLst>
          </p:cNvPr>
          <p:cNvSpPr txBox="1"/>
          <p:nvPr/>
        </p:nvSpPr>
        <p:spPr>
          <a:xfrm>
            <a:off x="8933447" y="2506578"/>
            <a:ext cx="23662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Nikto</a:t>
            </a:r>
            <a:r>
              <a:rPr lang="en-US"/>
              <a:t> was unable to find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19857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D573-CA09-499A-0C74-17B09687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Metasploit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C1D3FDE-F60B-38DC-0B56-85E5CCBB6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17" y="2342830"/>
            <a:ext cx="8085609" cy="4220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C5C2F-E399-2A36-50FD-649CCC77B625}"/>
              </a:ext>
            </a:extLst>
          </p:cNvPr>
          <p:cNvSpPr txBox="1"/>
          <p:nvPr/>
        </p:nvSpPr>
        <p:spPr>
          <a:xfrm>
            <a:off x="8973552" y="2446421"/>
            <a:ext cx="270710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Attempted </a:t>
            </a:r>
            <a:r>
              <a:rPr lang="en-US" b="1" err="1">
                <a:ea typeface="+mn-lt"/>
                <a:cs typeface="+mn-lt"/>
              </a:rPr>
              <a:t>modbusdetect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 err="1">
                <a:ea typeface="+mn-lt"/>
                <a:cs typeface="+mn-lt"/>
              </a:rPr>
              <a:t>profinet_siemens</a:t>
            </a:r>
            <a:r>
              <a:rPr lang="en-US">
                <a:ea typeface="+mn-lt"/>
                <a:cs typeface="+mn-lt"/>
              </a:rPr>
              <a:t> modules with and without tun0 adapter with VPN setup as they were the close but they do not fit the S7 protocol </a:t>
            </a:r>
            <a:r>
              <a:rPr lang="en-US" err="1">
                <a:ea typeface="+mn-lt"/>
                <a:cs typeface="+mn-lt"/>
              </a:rPr>
              <a:t>usecase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5538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C4A2-DAD6-E076-795C-EDD04AAE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Sn1per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546DA-1442-6F48-D873-3F4ADC323591}"/>
              </a:ext>
            </a:extLst>
          </p:cNvPr>
          <p:cNvSpPr txBox="1"/>
          <p:nvPr/>
        </p:nvSpPr>
        <p:spPr>
          <a:xfrm>
            <a:off x="9083842" y="2747210"/>
            <a:ext cx="2426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 vulnerabilities detected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EA49DC-9960-E462-F661-6DD362EB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7" y="2613610"/>
            <a:ext cx="83724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8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F5A57-B73A-8A8C-333B-C8B0E1CA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Useful Data Found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4586D3-320B-7A93-5DEC-57A8531F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1655350"/>
            <a:ext cx="6391533" cy="35473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285BD-CBBC-4797-A10A-AF01FDA6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On Wireshark.com, “S7comm (S7 Communication) is a Siemens proprietary protocol that runs between programmable logic controllers (PLCs) of the Siemens S7-300/400 family.” Started with one IP and two ports – one accessible to machinery status page, other times out.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799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7EA7D-B532-7508-A487-80FC35A2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/console which gave a 400 Bad Request error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33C9A47-46AE-3FB3-6551-CAEF5EC5C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07" y="2462281"/>
            <a:ext cx="6391533" cy="193343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C477E-02D6-8CEF-1AB3-59BE0F8B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Guessing possible directory names was an option. Attempted common names like admin, </a:t>
            </a:r>
            <a:r>
              <a:rPr lang="en-US" err="1">
                <a:solidFill>
                  <a:srgbClr val="FFFFFF"/>
                </a:solidFill>
              </a:rPr>
              <a:t>ui</a:t>
            </a:r>
            <a:r>
              <a:rPr lang="en-US">
                <a:solidFill>
                  <a:srgbClr val="FFFFFF"/>
                </a:solidFill>
              </a:rPr>
              <a:t>, dashboard, mail, login which led a 404 page except for /console</a:t>
            </a:r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03076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0C28F-49FD-BDAE-C484-9CB37A29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55" y="562647"/>
            <a:ext cx="8825658" cy="586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Capturing the Flag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B46EFE-B515-4422-D19A-19F093C1EBE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rcRect t="12347" r="-1" b="-1"/>
          <a:stretch>
            <a:fillRect/>
          </a:stretch>
        </p:blipFill>
        <p:spPr>
          <a:xfrm>
            <a:off x="553008" y="1253665"/>
            <a:ext cx="10888446" cy="5039089"/>
          </a:xfrm>
          <a:prstGeom prst="rect">
            <a:avLst/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20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3E40-219E-E492-7BC5-DB38C7EC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Capturing the Flag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7C0C-4CEA-A937-C5F8-510AC6EA8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2 ports were shown when we start the challenge with the same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ip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address but different ports.</a:t>
            </a:r>
          </a:p>
          <a:p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by using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nmap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we can see one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is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 http and the other one is using a service called 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ms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-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wbt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-server. When we search google, we can figure out that the service is for remote connection.</a:t>
            </a:r>
          </a:p>
          <a:p>
            <a:endParaRPr lang="en-US">
              <a:solidFill>
                <a:srgbClr val="40404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715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1D0A-E54B-739D-B638-DBBB05A7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Capturing the Flag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89A21-BC02-FC57-87DE-72C8F691F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75" y="5420590"/>
            <a:ext cx="6021054" cy="11072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/>
              <a:t>Used curl</a:t>
            </a:r>
            <a:r>
              <a:rPr lang="en-US" sz="1600">
                <a:ea typeface="+mn-lt"/>
                <a:cs typeface="+mn-lt"/>
              </a:rPr>
              <a:t> to check the html information</a:t>
            </a:r>
          </a:p>
          <a:p>
            <a:endParaRPr lang="en-US" sz="160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4BDDD5-1726-0F41-679B-A501B92C0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54" y="2669976"/>
            <a:ext cx="11854559" cy="19860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809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Content Placeholder 6" descr="A diagram of a factory&#10;&#10;AI-generated content may be incorrect.">
            <a:extLst>
              <a:ext uri="{FF2B5EF4-FFF2-40B4-BE49-F238E27FC236}">
                <a16:creationId xmlns:a16="http://schemas.microsoft.com/office/drawing/2014/main" id="{46594174-93D0-7227-6037-A071B2DC0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415" y="-3342"/>
            <a:ext cx="12197159" cy="68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3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C4CE1-C7A9-5D7C-0DF0-44B3AD6D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99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>
                <a:solidFill>
                  <a:srgbClr val="EBEBEB"/>
                </a:solidFill>
              </a:rPr>
              <a:t>Capturing the Flag contd.</a:t>
            </a: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95A0F-B358-5CBB-1928-F08066057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8666" y="474076"/>
            <a:ext cx="9813467" cy="570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36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9B4A-B917-EA02-2785-A04FDC9A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A4EC1-9142-69A2-7906-635B1C68E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71" r="-129" b="-189"/>
          <a:stretch>
            <a:fillRect/>
          </a:stretch>
        </p:blipFill>
        <p:spPr>
          <a:xfrm>
            <a:off x="2118167" y="1685536"/>
            <a:ext cx="7806311" cy="50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1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44C0-D654-AE00-F20B-61E085A6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8D99A-46C4-F649-3BB2-4F93EE7E0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Disallow programmatic access over the internet</a:t>
            </a:r>
          </a:p>
          <a:p>
            <a:r>
              <a:rPr lang="en-US"/>
              <a:t>Lock down PLC controls with least-privilege account permissions</a:t>
            </a:r>
          </a:p>
          <a:p>
            <a:r>
              <a:rPr lang="en-US"/>
              <a:t>The PLC logic only overrides three of the 100 bytes we chose to override. It should have an implementation to backup and halt access if commands cause failure</a:t>
            </a:r>
          </a:p>
        </p:txBody>
      </p:sp>
    </p:spTree>
    <p:extLst>
      <p:ext uri="{BB962C8B-B14F-4D97-AF65-F5344CB8AC3E}">
        <p14:creationId xmlns:p14="http://schemas.microsoft.com/office/powerpoint/2010/main" val="324184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D70A-8392-5604-D362-9E532B44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7F96-BF9C-7FB6-AD8D-489D80B88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https://www.solisplc.com/tutorials/introduction-to-snap7-integration-into-siemens-tia-portal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https://www.freecodecamp.org/news/python-for-loop-for-i-in-range-example/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76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Ion Boardroom</vt:lpstr>
      <vt:lpstr>CTF – Flow Override </vt:lpstr>
      <vt:lpstr>Challenge Scenario</vt:lpstr>
      <vt:lpstr>Tools Used/Attempted</vt:lpstr>
      <vt:lpstr>Curl gave the server type and python version.</vt:lpstr>
      <vt:lpstr>Traceroute provided all network hops, below are the last few starting with the HackTheBox host.</vt:lpstr>
      <vt:lpstr>Nikto</vt:lpstr>
      <vt:lpstr>Metasploit</vt:lpstr>
      <vt:lpstr>Sn1per</vt:lpstr>
      <vt:lpstr>Useful Data Found</vt:lpstr>
      <vt:lpstr>/console which gave a 400 Bad Request error</vt:lpstr>
      <vt:lpstr>Capturing the Flag</vt:lpstr>
      <vt:lpstr>Capturing the Flag contd.</vt:lpstr>
      <vt:lpstr>Capturing the Flag contd.</vt:lpstr>
      <vt:lpstr>PowerPoint Presentation</vt:lpstr>
      <vt:lpstr>Capturing the Flag contd.</vt:lpstr>
      <vt:lpstr>PowerPoint Presentation</vt:lpstr>
      <vt:lpstr>Security 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2026-04-17T20:36:43Z</dcterms:created>
  <dcterms:modified xsi:type="dcterms:W3CDTF">2026-05-04T03:11:49Z</dcterms:modified>
</cp:coreProperties>
</file>